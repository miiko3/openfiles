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Master"/>
  </p:sldMasterIdLst>
  <p:sldIdLst>
    <p:sldId id="256" r:id="rIdSlide0"/>
    <p:sldId id="257" r:id="rIdSlide1"/>
    <p:sldId id="258" r:id="rIdSlide2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Master" Type="http://schemas.openxmlformats.org/officeDocument/2006/relationships/slideMaster" Target="slideMasters/slideMaster1.xml"/><Relationship Id="rIdSlide0" Type="http://schemas.openxmlformats.org/officeDocument/2006/relationships/slide" Target="slides/slide1.xml"/><Relationship Id="rIdSlide1" Type="http://schemas.openxmlformats.org/officeDocument/2006/relationships/slide" Target="slides/slide2.xml"/><Relationship Id="rIdSlide2" Type="http://schemas.openxmlformats.org/officeDocument/2006/relationships/slide" Target="slides/slide3.xml"/><Relationship Id="rIdTheme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Master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Layout1" Type="http://schemas.openxmlformats.org/officeDocument/2006/relationships/slideLayout" Target="../slideLayouts/slideLayout1.xml"/><Relationship Id="rIdTheme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ayout1"/>
  </p:sldLayoutIdLst>
</p:sldMaster>
</file>

<file path=ppt/slides/_rels/slide1.xml.rels><?xml version="1.0" encoding="UTF-8" standalone="yes"?><Relationships xmlns="http://schemas.openxmlformats.org/package/2006/relationships"><Relationship Id="rIdLayout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Layout2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Layout3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mc:Ignorable="p14">
  <p:cSld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762000" y="2032000"/>
            <a:ext cx="10160000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4400" b="1" i="0" u="none">
                <a:solidFill>
                  <a:srgbClr val="2B2521"/>
                </a:solidFill>
              </a:rPr>
              <a:t>OpenFiles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62000" y="3429000"/>
            <a:ext cx="10160000" cy="762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2200" b="0" i="0" u="none">
                <a:solidFill>
                  <a:srgbClr val="2B2521"/>
                </a:solidFill>
              </a:rPr>
              <a:t>Файлы, которые живут на вашем телефоне</a:t>
            </a:r>
          </a:p>
        </p:txBody>
      </p:sp>
    </p:spTree>
  </p:cSld>
  <p:transition spd="med">
    <p:wipe/>
  </p:transition>
  <p:clrMapOvr>
    <a:override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mc:Ignorable="p14">
  <p:cSld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635000" y="508000"/>
            <a:ext cx="10414000" cy="889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3400" b="1" i="0" u="none">
                <a:solidFill>
                  <a:srgbClr val="2B2521"/>
                </a:solidFill>
              </a:rPr>
              <a:t>Что открывается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35000" y="1778000"/>
            <a:ext cx="10414000" cy="2032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2000" b="0" i="0" u="none">
                <a:solidFill>
                  <a:srgbClr val="2B2521"/>
                </a:solidFill>
              </a:rPr>
              <a:t>Документы, таблицы, презентации, PDF, текст, код, архивы и фото.</a:t>
            </a:r>
          </a:p>
        </p:txBody>
      </p:sp>
      <p:sp>
        <p:nvSpPr>
          <p:cNvPr id="4" name="Shape 4"/>
          <p:cNvSpPr/>
          <p:nvPr/>
        </p:nvSpPr>
        <p:spPr>
          <a:xfrm>
            <a:off x="635000" y="4191000"/>
            <a:ext cx="3810000" cy="1143000"/>
          </a:xfrm>
          <a:prstGeom prst="roundRect">
            <a:avLst/>
          </a:prstGeom>
          <a:solidFill>
            <a:srgbClr val="C08163"/>
          </a:solidFill>
        </p:spPr>
        <p:txBody>
          <a:bodyPr anchor="t"/>
          <a:lstStyle/>
          <a:p>
            <a:r>
              <a:rPr lang="en-US" sz="1800" b="0">
                <a:solidFill>
                  <a:srgbClr val="2B2521"/>
                </a:solidFill>
              </a:rPr>
              <a:t/>
            </a:r>
          </a:p>
        </p:txBody>
      </p:sp>
    </p:spTree>
  </p:cSld>
  <p:transition spd="med">
    <p:fade/>
  </p:transition>
  <p:clrMapOvr>
    <a:override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mc:Ignorable="p14">
  <p:cSld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635000" y="508000"/>
            <a:ext cx="10414000" cy="889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3400" b="1" i="0" u="none">
                <a:solidFill>
                  <a:srgbClr val="2B2521"/>
                </a:solidFill>
              </a:rPr>
              <a:t>Без интернета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35000" y="1778000"/>
            <a:ext cx="10414000" cy="1524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2000" b="0" i="0" u="none">
                <a:solidFill>
                  <a:srgbClr val="2B2521"/>
                </a:solidFill>
              </a:rPr>
              <a:t>Всё открывается и сохраняется прямо в памяти телефона.</a:t>
            </a:r>
          </a:p>
        </p:txBody>
      </p:sp>
      <p:graphicFrame>
        <p:nvGraphicFramePr>
          <p:cNvPr id="4" name="Table 4"/>
          <p:cNvGraphicFramePr/>
          <p:nvPr/>
        </p:nvGraphicFramePr>
        <p:xfrm>
          <a:off x="635000" y="3556000"/>
          <a:ext cx="7874000" cy="2540000"/>
        </p:xfrm>
        <a:graphic>
          <a:graphicData uri="http://schemas.openxmlformats.org/drawingml/2006/table">
            <a:tbl>
              <a:tr h="370840">
                <a:tc>
                  <a:txBody>
                    <a:bodyPr/>
                    <a:lstStyle/>
                    <a:p>
                      <a:r>
                        <a:rPr lang="en-US" sz="1200"/>
                        <a:t>Формат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Просмотр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Правка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/>
                        <a:t>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да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/>
                        <a:t>XLSX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да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/>
                        <a:t>PPTX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да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overrideClrMapping/>
  </p:clrMapOvr>
</p:sld>
</file>

<file path=ppt/theme/theme1.xml><?xml version="1.0" encoding="utf-8"?>
<a:theme xmlns:a="http://schemas.openxmlformats.org/drawingml/2006/main" name="OpenFiles">
  <a:themeElements>
    <a:clrScheme name="Warm">
      <dk1>
        <a:srgbClr val="000000"/>
      </dk1>
      <lt1>
        <a:srgbClr val="FFFFFF"/>
      </lt1>
      <dk2>
        <a:srgbClr val="3B332C"/>
      </dk2>
      <lt2>
        <a:srgbClr val="FAF5EF"/>
      </lt2>
      <accent1>
        <a:srgbClr val="C08163"/>
      </accent1>
      <accent2>
        <a:srgbClr val="C08163"/>
      </accent2>
      <accent3>
        <a:srgbClr val="C08163"/>
      </accent3>
      <accent4>
        <a:srgbClr val="C08163"/>
      </accent4>
      <accent5>
        <a:srgbClr val="C08163"/>
      </accent5>
      <accent6>
        <a:srgbClr val="C08163"/>
      </accent6>
      <hlink>
        <a:srgbClr val="6E8CA0"/>
      </hlink>
      <folHlink>
        <a:srgbClr val="7F9079"/>
      </folHlink>
    </a:clrScheme>
    <a:fontScheme name="Warm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Warm">
      <a:fillStyleLst>
        <solidFill>
          <a:schemeClr val="phClr"/>
        </solidFill>
        <gradFill>
          <a:schemeClr val="phClr"/>
        </gradFill>
        <solidFill>
          <a:schemeClr val="phClr"/>
        </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solidFill>
          <a:schemeClr val="phClr"/>
        </solidFill>
        <solidFill>
          <a:schemeClr val="phClr"/>
        </solidFill>
        <solidFill>
          <a:schemeClr val="phClr"/>
        </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>
  <dc:title>Presentation</dc:title>
  <dc:creator>OpenFiles</dc:creator>
</cp:coreProperties>
</file>